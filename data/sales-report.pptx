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1280160"/>
            <a:ext cx="2926080" cy="2926080"/>
          </a:xfrm>
          <a:prstGeom prst="ellipse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DAILY BEST SELLERS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베스트 상품 리포트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 ·  Cleartype  ·  Produktepr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73152" cy="548640"/>
          </a:xfrm>
          <a:prstGeom prst="rect">
            <a:avLst/>
          </a:prstGeom>
          <a:solidFill>
            <a:srgbClr val="8BA1D9"/>
          </a:solidFill>
          <a:ln w="12700">
            <a:solidFill>
              <a:srgbClr val="8BA1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03일 (수)  ·  24h 출고 기준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351215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51215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06.03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351215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수요일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2026-06-03 08:00  ·  Google Sheet 자동 동기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브랜드 통합 요약  ·  실시간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03일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482 개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· Cleartype 합산 (Produktepr 판매 미반영)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리오더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744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 건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알림 / 재고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6304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주의 리오더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788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건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24788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≤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브랜드별 분석 범위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91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291840"/>
            <a:ext cx="9144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3291840"/>
            <a:ext cx="9144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 SKU  ·  판매 데이터 있음</a:t>
            </a:r>
            <a:pPr indent="0" marL="0">
              <a:buNone/>
            </a:pPr>
            <a:r>
              <a:rPr lang="en-US" sz="11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5  (판매 수량 기준)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554480"/>
                <a:gridCol w="5943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Eramam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(37~43cm))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Marquise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2026-06-03 08:00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03일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397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CH.alban Open Ring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Eramam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Marquise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Cstic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7건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Width Open Ring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5개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8-Ball Smart Tok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4개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Crimson Open Ring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B-Flower Necklace (Size: 1 Size)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2026-06-03 08:00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03일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CandyPOP Necklace (사이즈: 1size (37~43cm))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(37~43cm))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16건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16건  ·  상세는 시트 확인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2026-06-03 08:00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현황  ·  판매 데이터 미수집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03일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SKU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3489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8990" y="150876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18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SKU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318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1493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9340" y="150876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저재고 SKU (≤10)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322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89496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969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25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재고 합계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325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28,870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보유 TOP 5  (베스트 후보 시그널)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3774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옐로우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2,019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오렌지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1,539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890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811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Metallic Hair Pin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옵션: 하트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743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점검  🔴 품절 31건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Flower Keychain (6color)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피치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Basic Toliet Slippers (6color)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민트 / 사이즈: Free Size 230~270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360° Rotating Phone Holder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화이트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Fuzzy Stripe Slippers (3color)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그린 / 사이즈: 240~250(여성)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2026-06-03 08:00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시급 제품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브랜드  ·  시급도 순  ·  즉시 발주 검토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03일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716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긴급 리오더 68건    ·    주의 리오더 6건    ·    오늘 발주 검토 필수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200" b="1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645920"/>
                <a:gridCol w="5212080"/>
                <a:gridCol w="9144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판매(누적)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퍼플 / 기종 옵션: C type -&gt; C type)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네온그린 / 기종 옵션: USB -&gt; C type)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139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Pixel Mini Handle Pouch (4color) (컬러: 민트)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Width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"Qrone"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Jacquard Fast Charging Cable (7color) (컬러: 블루 / 기종옵션: C-Apple 8pin / 길이: 2m)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DBLfix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Jacquard Fast Charging Cable (7color) (컬러: 그레이 / 기종옵션: C-Apple 8pin / 길이: 1m)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360° Rotating Phone Holder (컬러: 블랙)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59건 더 있음 — 상세는 시트에서 확인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2026-06-03 08:00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출처와 기준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03일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Sheet '브랜드 재고현황'  ·  최신화 2026-06-03 08:00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21992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134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성격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오후부터 오늘 오전 8시까지의 '실시간 결제완료' 누적값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843784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기준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93522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'실시간 결제완료' 수량 내림차순  ·  판매 0인 제품은 베스트셀러에서 제외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65576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65576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기준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35570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긴급: ⚠ 리오더 알림 또는 재고=0  /  🟡 주의: 재고 ≤ 5 (99999=미관리)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87368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087368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범위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4178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6A 99 SKU  /  ✅ Cleartype 60 SKU  /  ✅ Produktepr 201 SKU (판매 수집됨)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377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데이터 추출 제약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3개 브랜드 모두 정상 추출  ·  24h 출고 기준 (2026-06-02 08:00 → 2026-06-03 08:00) · 신규 SKU 16건은 결제완료 기준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2026-06-03 08:00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베스트 상품 리포트</dc:title>
  <dc:subject>PptxGenJS Presentation</dc:subject>
  <dc:creator>Cowork</dc:creator>
  <cp:lastModifiedBy>Cowork</cp:lastModifiedBy>
  <cp:revision>1</cp:revision>
  <dcterms:created xsi:type="dcterms:W3CDTF">2026-05-11T11:30:41Z</dcterms:created>
  <dcterms:modified xsi:type="dcterms:W3CDTF">2026-05-11T11:30:41Z</dcterms:modified>
</cp:coreProperties>
</file>