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05.19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2026-05-19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Cstic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RichardKokser Necklace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Azure Open Ring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18건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33,910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1,655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1,358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65건    ·    주의 리오더 10건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Two-ball Bangle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 Last Sale 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Cloud Grip Glass Mini Brush (3color) (컬러: 스카이블루)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Padded Color Pouch (4color) (컬러: 오렌지)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2026-05-19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87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(2026-05-18 08:00 → 2026-05-19 08:00) · 신규 SKU 13건은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