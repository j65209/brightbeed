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05.14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2026-05-14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301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2026-05-14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YOKNIS 9921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2026-05-14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2026-05-14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37,350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2,166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2,042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1,714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19건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2026-05-14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50건    ·    주의 리오더 8건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퍼플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피치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Ball hanger (6color) (컬러: 아이보리)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139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블루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옐로우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41건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2026-05-14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14일 (목)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2026-05-14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84 SKU  /  ✅ Cleartype 57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(2026-05-13 08:00 → 2026-05-14 08:00) · 신규 SKU 12건은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2026-05-14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