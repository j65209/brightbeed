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05.26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2026-05-26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770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10건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Flowy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2PT Bracelet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21건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21건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30,201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2,073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1,594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73건    ·    주의 리오더 12건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Flowy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2PT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DBLfix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"Ribbonwist"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Two-ball Bangle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★Best★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64건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26일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2026-05-26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(2026-05-25 08:00 → 2026-05-26 08:00) · 신규 SKU 11건은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2026-05-26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