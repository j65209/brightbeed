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05.18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2026-05-18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808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605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113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Azure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2개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RichardKokser Necklace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Two-ball Bangle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Bracelet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"4s" 925 Open Ring (사이즈: 남성)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34,441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2,132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1,667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1,435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Compact Phone Stand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Cotton Lunch Mini Bag (5color)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64건    ·    주의 리오더 12건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"Bloometal"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360° Rotating Phone Holder (컬러: 블랙)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Two-ball Bangle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 Last Sale 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Cloud Grip Glass Mini Brush (3color) (컬러: 스카이블루)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Fuzzy Stripe Slippers (3color) (컬러: 핑크 / 사이즈: 240~250(여성))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55건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2026-05-18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86 SKU  /  ✅ Cleartype 59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(2026-05-17 08:00 → 2026-05-18 08:00) · 신규 SKU 12건은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2026-05-18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