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2026-05-21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428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2026-05-21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10건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Pin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Chainlink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2026-05-21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20건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20건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2026-05-21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32,526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1,153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2026-05-21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70건    ·    주의 리오더 13건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네온핑크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Safety Pin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"Crackave"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 Last Sale 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Cloud Grip Glass Mini Brush (3color) (컬러: 스카이블루)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Ball hanger (6color) (컬러: 아이보리)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Chainlink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"Mlayer"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61건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2026-05-21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21일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2026-05-21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(2026-05-20 08:00 → 2026-05-21 08:00) · 신규 SKU 12건은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2026-05-21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