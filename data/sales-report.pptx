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28일 (목)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05.28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2026-05-28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28일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327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2026-05-28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28일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267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7건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Flowy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2026-05-28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28일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ThreadDuo Necklace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"Fenghuang"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21건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21건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2026-05-28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28일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30,125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2,056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1,576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1,140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Metallic Hair Pin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옵션: 하트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31건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레드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2026-05-28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28일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75건    ·    주의 리오더 12건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Flower Keychain (6color) (컬러: 피치)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1+1 Silk Scrunch (9color) (A 컬러: 레드 / B 컬러: 그린)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1+1 Silk Scrunch (9color) (A 컬러: 그린 / B 컬러: 레드)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Basic Toliet Slippers (6color) (컬러: 민트 / 사이즈: Free Size 230~270)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1+1 Silk Scrunch (9color) (A 컬러: 레드 / B 컬러: 레드)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민트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Fuzzy Stripe Slippers (3color) (컬러: 그린 / 사이즈: 240~250(여성))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Flowy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"ATOR"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66건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2026-05-28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28일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2026-05-28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200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(2026-05-27 08:00 → 2026-05-28 08:00) · 신규 SKU 16건은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2026-05-28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