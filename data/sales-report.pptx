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5월 11일 (월)  ·  실시간 누적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05.11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2026-05-11 19:50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5월 11일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 SKU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판매 OK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 SKU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판매 OK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169 SKU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판매 데이터 없음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Bracelet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Tanquary Bracelet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Marquise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Cleartype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2026-05-11 19:50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5월 11일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Guyeong Open Ring v3.0 (silver)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Bracelet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Tanquary Bracelet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Marquise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Tiny Cross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5건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B-Flower Necklace (Size: 1 Size)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0개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CH.alban Open Ring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0개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B-Flower Necklace (Size: 2 Size)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Tangle Keychain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Season off  ·  재고 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2026-05-11 19:50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5월 11일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2size (47~52cm))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Reine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 리오더 알림 없음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2026-05-11 19:50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5월 11일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169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26,258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2,800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피치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1,790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1,740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퍼플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1,420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920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12건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TRAVELER pouch bag (5color)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레드  ·  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0개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Miniature Refrigerator Magnet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옵션: 엉덩이곰  ·  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0개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 UV 99.9 Umbrella (7color)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스노우화이트  ·  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0개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 UV 99.9 Umbrella (7color)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블랙  ·  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0개</a:t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2026-05-11 19:50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5월 11일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 리오더 </a:t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17건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·    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리오더 </a:t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7건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·    </a:t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발주 검토 필수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B-Flower Necklace (Size: 1 Size)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TRAVELER pouch bag (5color) (컬러: 레드)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Miniature Refrigerator Magnet (옵션: 엉덩이곰)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Light UV 99.9 Umbrella (7color) (컬러: 스노우화이트)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Light UV 99.9 Umbrella (7color) (컬러: 블랙)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Light UV 99.9 Umbrella (7color) (컬러: 퍼플)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Light UV 99.9 Umbrella (7color) (컬러: 베이지)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Light UV 99.9 Umbrella (7color) (컬러: 네이비)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15건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2026-05-11 19:50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5월 11일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2026-05-11 19:50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82 SKU  /  ⚠ Cleartype 33 SKU (부분)  /  ⚠ Produktepr 169 SKU (재고만, 판매 미수집)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메인 시트의 데이터량이 커서 한 번에 3개 탭 전체를 자동 추출하기 어렵습니다.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6A: 전체 추출 OK   Cleartype: 부분 추출 (TOP 노출 위주)   Produktepr: 별도 인벤토리 파일에서 재고만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매일 8시 자동 실행 시 추출 가능한 만큼 분석하고, 누락분은 시트에서 직접 확인 부탁드려요.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2026-05-11 19:50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