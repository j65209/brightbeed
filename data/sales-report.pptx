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51215" y="1280160"/>
            <a:ext cx="2926080" cy="2926080"/>
          </a:xfrm>
          <a:prstGeom prst="ellipse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554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2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DAILY BEST SELLERS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2057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베스트 상품 리포트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73152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 ·  Cleartype  ·  Produktepr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4617720"/>
            <a:ext cx="73152" cy="548640"/>
          </a:xfrm>
          <a:prstGeom prst="rect">
            <a:avLst/>
          </a:prstGeom>
          <a:solidFill>
            <a:srgbClr val="8BA1D9"/>
          </a:solidFill>
          <a:ln w="12700">
            <a:solidFill>
              <a:srgbClr val="8BA1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4572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6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대상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48463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25일 (월)  ·  24h 출고 기준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351215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8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DATE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351215" y="2240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05.25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8351215" y="3520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월요일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 2026-05-25 08:00  ·  Google Sheet 자동 동기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브랜드 통합 요약  ·  실시간 누적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25일 (월)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38404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46304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5544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18288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660 개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822960" y="246888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· Cleartype 합산 (Produktepr 판매 미반영)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2628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26280" y="146304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2744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리오더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2744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 건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472744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알림 / 재고 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4672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0" y="146304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4788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주의 리오더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4788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건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824788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≤ 5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2926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브랜드별 분석 범위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291840"/>
            <a:ext cx="9144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3152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86 SKU  ·  판매 OK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34340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343400" y="3291840"/>
            <a:ext cx="91440" cy="640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2628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2628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 SKU  ·  판매 OK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13816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138160" y="3291840"/>
            <a:ext cx="91440" cy="6400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2104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32104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192 SKU  ·  판매 데이터 있음</a:t>
            </a:r>
            <a:pPr indent="0" marL="0">
              <a:buNone/>
            </a:pPr>
            <a:r>
              <a:rPr lang="en-US" sz="11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8640" y="4114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5  (판매 수량 기준)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1554480"/>
                <a:gridCol w="5943600"/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 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Guyeong Open Ring v3.0 (silver)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99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CH.alban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59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Starly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Tiny Cross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1size (37~43cm))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7" name="Text 34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2026-05-25 08:00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25일 (월)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521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Guyeong Open Ring v3.0 (silver)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99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Guyeong Open Ring v3.0 (silver)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99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CH.alban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59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Starly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Tiny Cross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A Rua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🔴 긴급 9건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Crimson Open Ring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  ·  재고 1개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2PT Bracelet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Bracelet  ·  재고 3개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8-Ball Smart Tok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★Season off★  ·  재고 4개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Two-ball Bangle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Bracelet  ·  재고 0개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2026-05-25 08:00</a:t>
            </a:r>
            <a:endParaRPr lang="en-US" sz="900" dirty="0"/>
          </a:p>
        </p:txBody>
      </p:sp>
      <p:sp>
        <p:nvSpPr>
          <p:cNvPr id="46" name="Text 43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25일 (월)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139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CandyPOP Necklace (사이즈: 1size (37~43cm))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1size (37~43cm))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2size (47~52cm))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ThreadDuo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🔴 긴급 19건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19건  ·  상세는 시트 확인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2026-05-25 08:00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현황  ·  판매 데이터 미수집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25일 (월)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SKU 수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192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33489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48990" y="150876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318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품절 SKU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5318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61493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49340" y="150876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322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저재고 SKU (≤10)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322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89496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4969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325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재고 합계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1325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30,688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보유 TOP 5  (베스트 후보 시그널)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560320"/>
                <a:gridCol w="2377440"/>
                <a:gridCol w="11887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옐로우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2,081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오렌지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1,604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네온핑크 / 기종 옵션: USB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1,335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퍼플 / 기종 옵션: C type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1,099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네온핑크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912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Text 22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점검  🔴 품절 28건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Cotton Lunch Mini Bag (5color)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색상: 레드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Cotton Lunch Mini Bag (5color)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색상: 블랙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Food Bottle Opener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종류: 당근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Food Bottle Opener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종류: 치즈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50" name="Text 47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2026-05-25 08:00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시급 제품 종합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브랜드  ·  시급도 순  ·  즉시 발주 검토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25일 (월)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37160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3716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🚨  긴급 리오더 70건    ·    주의 리오더 9건    ·    오늘 발주 검토 필수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8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8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200" b="1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94560"/>
          <a:ext cx="11064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914400"/>
                <a:gridCol w="1645920"/>
                <a:gridCol w="5212080"/>
                <a:gridCol w="91440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판매(누적)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Crimson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Bracelet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2PT Bracelet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"Mlayer" 925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"Bloometal" 925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"Crackave" 925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Jacquard Fast Charging Cable (7color) (컬러: 민트 / 기종옵션: C-Apple 8pin / 길이: 2m)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★ Last Sale 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Cloud Grip Glass Mini Brush (3color) (컬러: 스카이블루)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ETC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360° Rotating Phone Holder (컬러: 화이트)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★Season off★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8-Ball Smart Tok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 61건 더 있음 — 상세는 시트에서 확인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2026-05-25 08:00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참고사항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출처와 기준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25일 (월)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600200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91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00400" y="169164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Google Sheet '브랜드 재고현황'  ·  최신화 2026-05-25 08:00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221992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221992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31343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성격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00400" y="231343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전일 오후부터 오늘 오전 8시까지의 '실시간 결제완료' 누적값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2843784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2843784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293522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기준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00400" y="2935224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'실시간 결제완료' 수량 내림차순  ·  판매 0인 제품은 베스트셀러에서 제외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465576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465576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55701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기준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200400" y="3557016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긴급: ⚠ 리오더 알림 또는 재고=0  /  🟡 주의: 재고 ≤ 5 (99999=미관리)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087368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087368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17880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범위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200400" y="4178808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6A 86 SKU  /  ✅ Cleartype 59 SKU  /  ✅ Produktepr 192 SKU (판매 수집됨)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846320"/>
            <a:ext cx="11064240" cy="128016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484632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493776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데이터 추출 제약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77240" y="52578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3개 브랜드 모두 정상 추출  ·  24h 출고 기준 (2026-05-24 08:00 → 2026-05-25 08:00) · 신규 SKU 11건은 결제완료 기준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2026-05-25 08:00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베스트 상품 리포트</dc:title>
  <dc:subject>PptxGenJS Presentation</dc:subject>
  <dc:creator>Cowork</dc:creator>
  <cp:lastModifiedBy>Cowork</cp:lastModifiedBy>
  <cp:revision>1</cp:revision>
  <dcterms:created xsi:type="dcterms:W3CDTF">2026-05-11T11:30:41Z</dcterms:created>
  <dcterms:modified xsi:type="dcterms:W3CDTF">2026-05-11T11:30:41Z</dcterms:modified>
</cp:coreProperties>
</file>