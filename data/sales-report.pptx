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  ·  실시간 누적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05.13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2026-05-13 13:47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Crown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Guapi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Dotty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Azure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13:47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Crown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Crown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Guapi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Dotty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Azure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Tangle Keychain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13:47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(41.5~47cm))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15건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15건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13:47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42,578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3,936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2,791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2,281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1,937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16건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퍼플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13:47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45건    ·    주의 리오더 9건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Tangle Keychain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1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"Whisow"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"Mobiuss"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"Primošten"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"Shirakawago"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36건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13:47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2026-05-13 13:47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84 SKU  /  ✅ Cleartype 57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— 데이터 손실 없음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13:47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