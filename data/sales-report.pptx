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05.13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2026-05-13 12:17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Crown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Guapi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Dotty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Tangle Keychain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/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42,578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3,936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2,791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2,281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1,937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16건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당근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Food Bottle Opener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종류: 치즈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블랙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 UV 99.9 Umbrella (7color)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퍼플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45건    ·    주의 리오더 9건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Tangle Keychain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2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B-Flower Necklace (Size: 1 Size)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"Whisow"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"Mobiuss"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"Primošten"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"Shirakawago"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36건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05월 13일 (수)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2026-05-13 12:17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84 SKU  /  ✅ Cleartype 57 SKU  /  ✅ Produktepr 192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2026-05-13 12:17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