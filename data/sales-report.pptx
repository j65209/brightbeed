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05.24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2026-05-24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497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2026-05-24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2PT Bracelet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Chainlink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2026-05-24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19건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19건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2026-05-24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30,964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2,087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1,189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28건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2026-05-24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70건    ·    주의 리오더 10건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2PT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Chainlink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"Mlayer"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"Bloometal"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61건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2026-05-24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24일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2026-05-24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(2026-05-23 08:00 → 2026-05-24 08:00) · 신규 SKU 11건은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2026-05-24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