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05.15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2026-05-15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"Reine"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2026-05-15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206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YOKNIS 9921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2026-05-15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"Reine"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16건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16건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2026-05-15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36,490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2,158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1,660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21건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2026-05-15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53건    ·    주의 리오더 8건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민트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44건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2026-05-15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2026-05-15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(2026-05-14 08:00 → 2026-05-15 08:00) · 신규 SKU 16건은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2026-05-15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