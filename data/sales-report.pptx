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09일 (화)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06.09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2026-06-09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2026-06-09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291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Cross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12건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Broken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Crown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2개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Mustafakemalpaşa Ring (사이즈: 22호)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2026-06-09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ThreadDuo Necklace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15건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2026-06-09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34,967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3,207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1,642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블루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1,611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1,057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32건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360° Rotating Phone Holder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2026-06-09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73건    ·    주의 리오더 7건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Poni Mesh pouch bag (4color) (컬러: 옐로우)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민트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Broken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Crown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그레이 / 기종옵션: C-Apple 8pin / 길이: 1m)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Mustafakemalpaşa Ring (사이즈: 22호)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AZROU Necklace (색상: 멀티)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64건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2026-06-09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2026-06-09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96 SKU  /  ✅ Cleartype 61 SKU  /  ✅ Produktepr 201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(2026-06-08 08:00 → 2026-06-09 08:00) · 신규 SKU 17건은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2026-06-09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