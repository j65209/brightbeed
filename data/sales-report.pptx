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07일 (일)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06.07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2026-06-07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633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2026-06-07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11건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AZROU Necklace (색상: 멀티)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Ovar Bracelet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XXITTY Necklace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2026-06-07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(37~43cm))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15건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15건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2026-06-07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31,599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3,216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1,923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1,693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1,064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블루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34건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Basic Toliet Slippers (6color)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민트 / 사이즈: Free Size 230~270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360° Rotating Phone Holder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화이트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2026-06-07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74건    ·    주의 리오더 4건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민트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AZROU Necklace (색상: 멀티)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Ovar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XXITTY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DBLfix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Ball hanger (6color) (컬러: 아이보리)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Ballnk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65건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2026-06-07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07일 (일)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2026-06-07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97 SKU  /  ✅ Cleartype 60 SKU  /  ✅ Produktepr 201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(2026-06-06 08:00 → 2026-06-07 08:00) · 신규 SKU 15건은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2026-06-07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