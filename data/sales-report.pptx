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06일 (토)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06.06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2026-06-06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382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ypan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2026-06-06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ypan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Tanquary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10건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XXITTY Necklace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Ballnk Braecelt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Ovar Bracelet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2026-06-06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15건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2026-06-06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31,468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3,217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1,924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1,698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1,065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블루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34건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360° Rotating Phone Holder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2026-06-06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72건    ·    주의 리오더 7건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퍼플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1370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피치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979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네온핑크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옐로우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민트 / 기종 옵션: USB -&gt; Apple 8pin)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USB -&gt; Apple 8pin)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XXITTY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63건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2026-06-06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2026-06-06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97 SKU  /  ✅ Cleartype 60 SKU  /  ✅ Produktepr 201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(2026-06-05 08:00 → 2026-06-06 08:00) · 신규 SKU 13건은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2026-06-06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