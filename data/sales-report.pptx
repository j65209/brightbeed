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51215" y="1280160"/>
            <a:ext cx="2926080" cy="2926080"/>
          </a:xfrm>
          <a:prstGeom prst="ellipse">
            <a:avLst/>
          </a:prstGeom>
          <a:solidFill>
            <a:srgbClr val="151B47"/>
          </a:solidFill>
          <a:ln w="12700">
            <a:solidFill>
              <a:srgbClr val="151B4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554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DAILY BEST SELLERS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057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베스트 상품 리포트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3152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 ·  Cleartype  ·  Produktepr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4617720"/>
            <a:ext cx="73152" cy="548640"/>
          </a:xfrm>
          <a:prstGeom prst="rect">
            <a:avLst/>
          </a:prstGeom>
          <a:solidFill>
            <a:srgbClr val="8BA1D9"/>
          </a:solidFill>
          <a:ln w="12700">
            <a:solidFill>
              <a:srgbClr val="8BA1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6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대상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48463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5월 19일 (화)  ·  실시간 누적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351215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800" kern="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51215" y="224028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05.19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8351215" y="3520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화요일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A1D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 2026-05-19 15:18  ·  Google Sheet 자동 동기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브랜드 통합 요약  ·  실시간 누적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5월 19일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8404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6304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554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333 개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822960" y="246888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 · Cleartype 합산 (Produktepr 판매 미반영)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2628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26280" y="146304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2744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리오더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2744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 건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72744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알림 / 재고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46720" y="1463040"/>
            <a:ext cx="338328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0" y="146304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7888" y="1554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주의 리오더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7888" y="18288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건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247888" y="246888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≤ 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브랜드별 분석 범위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4864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291840"/>
            <a:ext cx="914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3152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4340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343400" y="3291840"/>
            <a:ext cx="91440" cy="64008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2628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2628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 SKU  ·  판매 OK</a:t>
            </a:r>
            <a:pPr indent="0" marL="0">
              <a:buNone/>
            </a:pPr>
            <a:r>
              <a:rPr lang="en-US" sz="11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38160" y="3291840"/>
            <a:ext cx="3657600" cy="64008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38160" y="3291840"/>
            <a:ext cx="91440" cy="640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21040" y="33101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321040" y="36118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 SKU  ·  판매 OK</a:t>
            </a:r>
            <a:pPr indent="0" marL="0">
              <a:buNone/>
            </a:pPr>
            <a:r>
              <a:rPr lang="en-US" sz="11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4114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5  (판매 수량 기준)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11064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554480"/>
                <a:gridCol w="5943600"/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 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Cleartype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(41.5~47cm))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 개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Cleartype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Cleartype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 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7" name="Text 34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2026-05-19 15:18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5월 19일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213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CH.alban Open Ring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CH.alban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Guyeong Open Ring v3.0 (silver)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Starly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Eramam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Tiny Cross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9건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RichardKokser Necklace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0개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[SILVER925] Azure Open Ring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Ring  ·  재고 1개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Marquise Necklace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0개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B-Flower Necklace (Size: 2 Size)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  ·  재고 5개</a:t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2026-05-19 15:18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Cleartype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 ·  리오더 필요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5월 19일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365760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276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수량 (실시간 누적)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19202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120 개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4389120" y="1508760"/>
            <a:ext cx="7223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89120" y="1508760"/>
            <a:ext cx="109728" cy="1280160"/>
          </a:xfrm>
          <a:prstGeom prst="rect">
            <a:avLst/>
          </a:prstGeom>
          <a:solidFill>
            <a:srgbClr val="C8A04E"/>
          </a:solidFill>
          <a:ln w="12700">
            <a:solidFill>
              <a:srgbClr val="C8A0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🏆 베스트 상품 TOP 1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17720" y="19202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CandyPOP Necklace (사이즈: 1size (41.5~47cm))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Necklace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01200" y="16916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C8A04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601200" y="2468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판매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베스트셀러 (판매 수량 순)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371600"/>
                <a:gridCol w="356616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1size (41.5~47cm))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C8A04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42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CandyPOP Necklace (사이즈: 2size (47~52cm))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3B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ThreadDuo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필요  🔴 긴급 18건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solidFill>
            <a:srgbClr val="F5F7FB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06640" y="338328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 18건 · 상세는 시트 확인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2026-05-19 15:18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Produktepr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현황  ·  판매 누적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5월 19일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SKU 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192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33489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48990" y="1508760"/>
            <a:ext cx="109728" cy="128016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318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품절 SKU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5318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14934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49340" y="150876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3222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🟡 저재고 SKU (≤10)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3222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8949690" y="1508760"/>
            <a:ext cx="266319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949690" y="1508760"/>
            <a:ext cx="109728" cy="12801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32570" y="1627632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재고 합계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32570" y="1938528"/>
            <a:ext cx="238887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33,859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548640" y="2971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보유 TOP 5  (베스트 후보 시그널)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658368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560320"/>
                <a:gridCol w="237744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옵션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옐로우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2,123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퍼플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1,865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C3AED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네온핑크 / 기종 옵션: USB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1,743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오렌지 / 기종 옵션: USB -&gt; Apple 8pin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1,654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컬러: 피치 / 기종 옵션: C type -&gt; C type</a:t>
                      </a:r>
                      <a:endParaRPr lang="en-US" sz="9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1,349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7406640" y="29718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재고 점검  🔴 품절 25건</a:t>
            </a:r>
            <a:pPr indent="0" marL="0">
              <a:buNone/>
            </a:pPr>
            <a:r>
              <a:rPr lang="en-US" sz="13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7406640" y="3383280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06640" y="338328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571232" y="347472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211312" y="34381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180° Fast Charging Cable (8color)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8211312" y="37124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블루 / 기종 옵션: C type -&gt; C type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7406640" y="4096512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06640" y="4096512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571232" y="418795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8211312" y="4151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180° Fast Charging Cable (8color)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8211312" y="442569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네온그린 / 기종 옵션: C type -&gt; C type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7406640" y="4809744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406640" y="4809744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571232" y="490118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8211312" y="48646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180° Fast Charging Cable (8color)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8211312" y="5138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오렌지 / 기종 옵션: USB -&gt; C type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7406640" y="5522976"/>
            <a:ext cx="4206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406640" y="5522976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7571232" y="56144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긴급</a:t>
            </a:r>
            <a:endParaRPr lang="en-US" sz="900" dirty="0"/>
          </a:p>
        </p:txBody>
      </p:sp>
      <p:sp>
        <p:nvSpPr>
          <p:cNvPr id="48" name="Text 45"/>
          <p:cNvSpPr/>
          <p:nvPr/>
        </p:nvSpPr>
        <p:spPr>
          <a:xfrm>
            <a:off x="8211312" y="5577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180° Fast Charging Cable (8color)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8211312" y="5852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컬러: 오렌지 / 기종 옵션: C type -&gt; C type  ·  재고 0개</a:t>
            </a:r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0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900" dirty="0"/>
          </a:p>
        </p:txBody>
      </p:sp>
      <p:sp>
        <p:nvSpPr>
          <p:cNvPr id="50" name="Text 47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2026-05-19 15:18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시급 제품 종합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브랜드  ·  시급도 순  ·  즉시 발주 검토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5월 19일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371600"/>
            <a:ext cx="109728" cy="640080"/>
          </a:xfrm>
          <a:prstGeom prst="rect">
            <a:avLst/>
          </a:prstGeom>
          <a:solidFill>
            <a:srgbClr val="D72638"/>
          </a:solidFill>
          <a:ln w="12700">
            <a:solidFill>
              <a:srgbClr val="D726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3716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🚨  긴급 리오더 65건    ·    주의 리오더 0건    ·    오늘 발주 검토 필수</a:t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D7263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800" b="1" dirty="0">
                <a:solidFill>
                  <a:srgbClr val="F2A41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pPr indent="0" marL="0">
              <a:buNone/>
            </a:pPr>
            <a:r>
              <a:rPr lang="en-US" sz="1200" b="1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1645920"/>
                <a:gridCol w="5212080"/>
                <a:gridCol w="914400"/>
                <a:gridCol w="13716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브랜드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카테고리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재고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판매(누적)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🔴 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Cleartype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"Giethoorn" 925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🔴 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Produktepr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블루 / 기종 옵션: C type -&gt; C type)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🔴 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RichardKokser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🔴 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Produktepr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네온그린 / 기종 옵션: C type -&gt; C type)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🔴 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Ring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[SILVER925] Azure Open Ring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🔴 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6A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Necklace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Marquise Necklace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🔴 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Produktepr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ETC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Padded Color Pouch (4color) (컬러: 오렌지)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🔴 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Produktepr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Jacquard Fast Charging Cable (7color) (컬러: 퍼플 / 기종옵션: C-Apple 8pin / 길이: 2m)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🔴 긴급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726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Produktepr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ELECTRONIC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B122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180° Fast Charging Cable (8color) (컬러: 오렌지 / 기종 옵션: USB -&gt; C type)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D7263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5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 56건 더 있음 — 상세는 시트에서 확인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2026-05-19 15:18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46304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384048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참고사항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출처와 기준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899855" y="502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2026년 5월 19일 (화)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899855" y="822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누적 기준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600200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691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169164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Google Sheet '브랜드 재고현황'  ·  최신화 2026-05-19 (KST 오늘)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221992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221992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31343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성격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231343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전일 오후부터 오늘 오전 8시까지의 '실시간 결제완료' 누적값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843784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843784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2935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기준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00400" y="293522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'실시간 결제완료' 수량 내림차순  ·  판매 0인 제품은 베스트셀러에서 제외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465576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465576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55701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리오더 기준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355701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🔴 긴급: ⚠ 리오더 알림 또는 재고=0  /  🟡 주의: 재고 ≤ 5 (99999=미관리)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087368"/>
            <a:ext cx="1106424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087368"/>
            <a:ext cx="109728" cy="54864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17880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 범위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417880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6A 87 SKU  /  ✅ Cleartype 59 SKU  /  ✅ Produktepr 192 SKU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4846320"/>
            <a:ext cx="11064240" cy="1280160"/>
          </a:xfrm>
          <a:prstGeom prst="rect">
            <a:avLst/>
          </a:prstGeom>
          <a:solidFill>
            <a:srgbClr val="FFF5F5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4846320"/>
            <a:ext cx="109728" cy="1280160"/>
          </a:xfrm>
          <a:prstGeom prst="rect">
            <a:avLst/>
          </a:prstGeom>
          <a:solidFill>
            <a:srgbClr val="F2A413"/>
          </a:solidFill>
          <a:ln w="12700">
            <a:solidFill>
              <a:srgbClr val="F2A41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93776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2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⚠ 데이터 추출 제약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77240" y="52578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✅ 3개 브랜드 모두 정상 추출 — 데이터 손실 없음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베스트 상품 리포트  ·  생성 2026-05-19 15:18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09441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베스트 상품 리포트</dc:title>
  <dc:subject>PptxGenJS Presentation</dc:subject>
  <dc:creator>Cowork</dc:creator>
  <cp:lastModifiedBy>Cowork</cp:lastModifiedBy>
  <cp:revision>1</cp:revision>
  <dcterms:created xsi:type="dcterms:W3CDTF">2026-05-11T11:30:41Z</dcterms:created>
  <dcterms:modified xsi:type="dcterms:W3CDTF">2026-05-11T11:30:41Z</dcterms:modified>
</cp:coreProperties>
</file>