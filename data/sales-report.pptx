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05.13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2026-05-13 14:10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Crown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42,578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3,936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2,791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45건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"Mobiuss"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"Primošten"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"Shirakawago"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36건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2026-05-13 14:10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84 SKU  /  ✅ Cleartype 57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⚠ 첫 실행 — 24h 비교 데이터 없음 (실시간 결제완료 기준). 내일부터 24h 출고 기준 적용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14:10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