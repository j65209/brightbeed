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51215" y="1280160"/>
            <a:ext cx="2926080" cy="2926080"/>
          </a:xfrm>
          <a:prstGeom prst="ellipse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5544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200" kern="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DAILY BEST SELLERS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2057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 베스트 상품 리포트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731520" y="3246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  ·  Cleartype  ·  Produktepr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31520" y="4617720"/>
            <a:ext cx="73152" cy="548640"/>
          </a:xfrm>
          <a:prstGeom prst="rect">
            <a:avLst/>
          </a:prstGeom>
          <a:solidFill>
            <a:srgbClr val="8BA1D9"/>
          </a:solidFill>
          <a:ln w="12700">
            <a:solidFill>
              <a:srgbClr val="8BA1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4572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600" kern="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 대상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4400" y="484632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06월 02일 (화)  ·  24h 출고 기준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351215" y="19202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800" kern="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DATE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351215" y="224028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06.02</a:t>
            </a:r>
            <a:endParaRPr lang="en-US" sz="7200" dirty="0"/>
          </a:p>
        </p:txBody>
      </p:sp>
      <p:sp>
        <p:nvSpPr>
          <p:cNvPr id="11" name="Text 9"/>
          <p:cNvSpPr/>
          <p:nvPr/>
        </p:nvSpPr>
        <p:spPr>
          <a:xfrm>
            <a:off x="8351215" y="35204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화요일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31520" y="6309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생성 2026-06-02 08:00  ·  Google Sheet 자동 동기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한눈에 보기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 브랜드 통합 요약  ·  실시간 누적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06월 02일 (화)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384048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463040"/>
            <a:ext cx="109728" cy="12801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5544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판매 수량 (실시간 누적)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18288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693 개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822960" y="246888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 · Cleartype 합산 (Produktepr 판매 미반영)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26280" y="1463040"/>
            <a:ext cx="338328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26280" y="1463040"/>
            <a:ext cx="109728" cy="128016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27448" y="1554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긴급 리오더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27448" y="18288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71 건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4727448" y="246888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알림 / 재고 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046720" y="1463040"/>
            <a:ext cx="338328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6720" y="1463040"/>
            <a:ext cx="109728" cy="1280160"/>
          </a:xfrm>
          <a:prstGeom prst="rect">
            <a:avLst/>
          </a:prstGeom>
          <a:solidFill>
            <a:srgbClr val="F2A413"/>
          </a:solidFill>
          <a:ln w="12700">
            <a:solidFill>
              <a:srgbClr val="F2A41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47888" y="1554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🟡 주의 리오더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47888" y="18288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A41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건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8247888" y="246888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≤ 5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48640" y="2926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브랜드별 분석 범위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48640" y="3291840"/>
            <a:ext cx="3657600" cy="64008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3291840"/>
            <a:ext cx="91440" cy="6400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31520" y="36118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 SKU  ·  판매 OK</a:t>
            </a:r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343400" y="3291840"/>
            <a:ext cx="3657600" cy="64008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343400" y="3291840"/>
            <a:ext cx="91440" cy="6400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26280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Cleartype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526280" y="36118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59 SKU  ·  판매 OK</a:t>
            </a:r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8138160" y="3291840"/>
            <a:ext cx="3657600" cy="64008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138160" y="3291840"/>
            <a:ext cx="91440" cy="64008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21040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Produktepr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321040" y="36118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201 SKU  ·  판매 데이터 있음</a:t>
            </a:r>
            <a:pPr indent="0" marL="0">
              <a:buNone/>
            </a:pPr>
            <a:r>
              <a:rPr lang="en-US" sz="11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48640" y="41148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🏆 베스트 상품 TOP 5  (판매 수량 기준)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26280"/>
          <a:ext cx="110642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371600"/>
                <a:gridCol w="1554480"/>
                <a:gridCol w="5943600"/>
                <a:gridCol w="164592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브랜드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판매 수량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Mustafakemalpaşa Ring (사이즈: 22호)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265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CH.alban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44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Guyeong Open Ring v3.0 (silver)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31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CandyPOP Necklace (사이즈: 2size (47~52cm))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31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CandyPOP Necklace (사이즈: 1size (37~43cm))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7" name="Text 34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2026-06-02 08:00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7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 ·  리오더 필요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06월 02일 (화)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08760"/>
            <a:ext cx="365760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508760"/>
            <a:ext cx="109728" cy="12801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2763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판매 수량 (실시간 누적)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192024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563 개</a:t>
            </a:r>
            <a:endParaRPr lang="en-US" sz="3600" dirty="0"/>
          </a:p>
        </p:txBody>
      </p:sp>
      <p:sp>
        <p:nvSpPr>
          <p:cNvPr id="11" name="Shape 9"/>
          <p:cNvSpPr/>
          <p:nvPr/>
        </p:nvSpPr>
        <p:spPr>
          <a:xfrm>
            <a:off x="4389120" y="1508760"/>
            <a:ext cx="722376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89120" y="1508760"/>
            <a:ext cx="109728" cy="1280160"/>
          </a:xfrm>
          <a:prstGeom prst="rect">
            <a:avLst/>
          </a:prstGeom>
          <a:solidFill>
            <a:srgbClr val="C8A04E"/>
          </a:solidFill>
          <a:ln w="12700">
            <a:solidFill>
              <a:srgbClr val="C8A04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16276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🏆 베스트 상품 TOP 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617720" y="19202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[SILVER925] Mustafakemalpaşa Ring (사이즈: 22호)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617720" y="23957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Ring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601200" y="169164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C8A0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265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9601200" y="2468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 판매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2971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(판매 수량 순)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65836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1371600"/>
                <a:gridCol w="3566160"/>
                <a:gridCol w="11887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Mustafakemalpaşa Ring (사이즈: 22호)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265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CH.alban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44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Guyeong Open Ring v3.0 (silver)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31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Mustafakemalpaşa Ring (사이즈: 12호)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YOKNIS 9921 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Text 17"/>
          <p:cNvSpPr/>
          <p:nvPr/>
        </p:nvSpPr>
        <p:spPr>
          <a:xfrm>
            <a:off x="7406640" y="2971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필요  🔴 긴급 7건</a:t>
            </a:r>
            <a:pPr indent="0" marL="0">
              <a:buNone/>
            </a:pPr>
            <a:r>
              <a:rPr lang="en-US" sz="13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7406640" y="3383280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406640" y="3383280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8211312" y="343814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[SILVER925] Mustafakemalpaşa Ring (사이즈: 12호)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8211312" y="371246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Ring  ·  재고 0개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7406640" y="4096512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406640" y="4096512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8211312" y="41513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Phorn Bracelet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8211312" y="442569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Bracelet  ·  재고 5개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7406640" y="4809744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406640" y="4809744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7" name="Text 34"/>
          <p:cNvSpPr/>
          <p:nvPr/>
        </p:nvSpPr>
        <p:spPr>
          <a:xfrm>
            <a:off x="8211312" y="48646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8-Ball Smart Tok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8211312" y="51389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★Season off★  ·  재고 4개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7406640" y="5522976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7406640" y="5522976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43" name="Text 40"/>
          <p:cNvSpPr/>
          <p:nvPr/>
        </p:nvSpPr>
        <p:spPr>
          <a:xfrm>
            <a:off x="8211312" y="55778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Two-ball Bangle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8211312" y="585216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Bracelet  ·  재고 0개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45" name="Text 42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2026-06-02 08:00</a:t>
            </a:r>
            <a:endParaRPr lang="en-US" sz="900" dirty="0"/>
          </a:p>
        </p:txBody>
      </p:sp>
      <p:sp>
        <p:nvSpPr>
          <p:cNvPr id="46" name="Text 43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Cleartype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 ·  리오더 필요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06월 02일 (화)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08760"/>
            <a:ext cx="365760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508760"/>
            <a:ext cx="109728" cy="12801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2763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판매 수량 (실시간 누적)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192024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130 개</a:t>
            </a:r>
            <a:endParaRPr lang="en-US" sz="3600" dirty="0"/>
          </a:p>
        </p:txBody>
      </p:sp>
      <p:sp>
        <p:nvSpPr>
          <p:cNvPr id="11" name="Shape 9"/>
          <p:cNvSpPr/>
          <p:nvPr/>
        </p:nvSpPr>
        <p:spPr>
          <a:xfrm>
            <a:off x="4389120" y="1508760"/>
            <a:ext cx="722376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89120" y="1508760"/>
            <a:ext cx="109728" cy="1280160"/>
          </a:xfrm>
          <a:prstGeom prst="rect">
            <a:avLst/>
          </a:prstGeom>
          <a:solidFill>
            <a:srgbClr val="C8A04E"/>
          </a:solidFill>
          <a:ln w="12700">
            <a:solidFill>
              <a:srgbClr val="C8A04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16276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🏆 베스트 상품 TOP 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617720" y="19202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CandyPOP Necklace (사이즈: 2size (47~52cm))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617720" y="23957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Necklace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601200" y="169164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C8A0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9601200" y="2468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 판매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2971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(판매 수량 순)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65836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1371600"/>
                <a:gridCol w="3566160"/>
                <a:gridCol w="11887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CandyPOP Necklace (사이즈: 2size (47~52cm))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31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B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CandyPOP Necklace (사이즈: 1size (37~43cm))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B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ThreadDuo 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Text 17"/>
          <p:cNvSpPr/>
          <p:nvPr/>
        </p:nvSpPr>
        <p:spPr>
          <a:xfrm>
            <a:off x="7406640" y="2971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필요  🔴 긴급 22건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7406640" y="3383280"/>
            <a:ext cx="4206240" cy="274320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406640" y="3383280"/>
            <a:ext cx="4206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긴급 22건  ·  상세는 시트 확인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2026-06-02 08:00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Produktepr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현황  ·  판매 데이터 미수집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06월 02일 (화)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508760"/>
            <a:ext cx="109728" cy="12801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총 SKU 수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201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334899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48990" y="1508760"/>
            <a:ext cx="109728" cy="128016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3187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품절 SKU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53187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</a:t>
            </a:r>
            <a:endParaRPr lang="en-US" sz="3000" dirty="0"/>
          </a:p>
        </p:txBody>
      </p:sp>
      <p:sp>
        <p:nvSpPr>
          <p:cNvPr id="15" name="Shape 13"/>
          <p:cNvSpPr/>
          <p:nvPr/>
        </p:nvSpPr>
        <p:spPr>
          <a:xfrm>
            <a:off x="614934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49340" y="1508760"/>
            <a:ext cx="109728" cy="1280160"/>
          </a:xfrm>
          <a:prstGeom prst="rect">
            <a:avLst/>
          </a:prstGeom>
          <a:solidFill>
            <a:srgbClr val="F2A413"/>
          </a:solidFill>
          <a:ln w="12700">
            <a:solidFill>
              <a:srgbClr val="F2A41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3222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🟡 저재고 SKU (≤10)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3222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A41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3000" dirty="0"/>
          </a:p>
        </p:txBody>
      </p:sp>
      <p:sp>
        <p:nvSpPr>
          <p:cNvPr id="19" name="Shape 17"/>
          <p:cNvSpPr/>
          <p:nvPr/>
        </p:nvSpPr>
        <p:spPr>
          <a:xfrm>
            <a:off x="894969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949690" y="1508760"/>
            <a:ext cx="109728" cy="12801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3257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총 재고 합계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13257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30,147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548640" y="2971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보유 TOP 5  (베스트 후보 시그널)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65836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2560320"/>
                <a:gridCol w="2377440"/>
                <a:gridCol w="118872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옵션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재고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옐로우 / 기종 옵션: USB -&gt; Apple 8pin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2,023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오렌지 / 기종 옵션: USB -&gt; Apple 8pin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1,542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네온핑크 / 기종 옵션: USB -&gt; C type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923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네온핑크 / 기종 옵션: USB -&gt; Apple 8pin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818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Metallic Hair Pin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옵션: 하트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743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Text 22"/>
          <p:cNvSpPr/>
          <p:nvPr/>
        </p:nvSpPr>
        <p:spPr>
          <a:xfrm>
            <a:off x="7406640" y="2971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점검  🔴 품절 27건</a:t>
            </a:r>
            <a:pPr indent="0" marL="0">
              <a:buNone/>
            </a:pPr>
            <a:r>
              <a:rPr lang="en-US" sz="13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7406640" y="3383280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406640" y="3383280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8211312" y="343814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Flower Keychain (6color)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8211312" y="371246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컬러: 피치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7406640" y="4096512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406640" y="4096512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8211312" y="41513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Basic Toliet Slippers (6color)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8211312" y="442569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컬러: 민트 / 사이즈: Free Size 230~270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7406640" y="4809744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7406640" y="4809744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42" name="Text 39"/>
          <p:cNvSpPr/>
          <p:nvPr/>
        </p:nvSpPr>
        <p:spPr>
          <a:xfrm>
            <a:off x="8211312" y="48646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Fuzzy Stripe Slippers (3color)</a:t>
            </a:r>
            <a:endParaRPr lang="en-US" sz="1000" dirty="0"/>
          </a:p>
        </p:txBody>
      </p:sp>
      <p:sp>
        <p:nvSpPr>
          <p:cNvPr id="43" name="Text 40"/>
          <p:cNvSpPr/>
          <p:nvPr/>
        </p:nvSpPr>
        <p:spPr>
          <a:xfrm>
            <a:off x="8211312" y="51389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컬러: 그린 / 사이즈: 240~250(여성)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44" name="Shape 41"/>
          <p:cNvSpPr/>
          <p:nvPr/>
        </p:nvSpPr>
        <p:spPr>
          <a:xfrm>
            <a:off x="7406640" y="5522976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7406640" y="5522976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48" name="Text 45"/>
          <p:cNvSpPr/>
          <p:nvPr/>
        </p:nvSpPr>
        <p:spPr>
          <a:xfrm>
            <a:off x="8211312" y="55778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Cotton Lunch Mini Bag (5color)</a:t>
            </a:r>
            <a:endParaRPr lang="en-US" sz="1000" dirty="0"/>
          </a:p>
        </p:txBody>
      </p:sp>
      <p:sp>
        <p:nvSpPr>
          <p:cNvPr id="49" name="Text 46"/>
          <p:cNvSpPr/>
          <p:nvPr/>
        </p:nvSpPr>
        <p:spPr>
          <a:xfrm>
            <a:off x="8211312" y="585216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색상: 레드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50" name="Text 47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2026-06-02 08:00</a:t>
            </a:r>
            <a:endParaRPr lang="en-US" sz="900" dirty="0"/>
          </a:p>
        </p:txBody>
      </p:sp>
      <p:sp>
        <p:nvSpPr>
          <p:cNvPr id="51" name="Text 48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시급 제품 종합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 브랜드  ·  시급도 순  ·  즉시 발주 검토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06월 02일 (화)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371600"/>
            <a:ext cx="11064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371600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3716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🚨  긴급 리오더 71건    ·    주의 리오더 7건    ·    오늘 발주 검토 필수</a:t>
            </a:r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8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800" b="1" dirty="0">
                <a:solidFill>
                  <a:srgbClr val="F2A41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200" b="1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94560"/>
          <a:ext cx="110642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914400"/>
                <a:gridCol w="1645920"/>
                <a:gridCol w="5212080"/>
                <a:gridCol w="914400"/>
                <a:gridCol w="13716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브랜드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재고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판매(누적)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Mustafakemalpaşa Ring (사이즈: 12호)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"Ribbonwist" 925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"Qrone" 925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"ATOR" 925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Bracelet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Phorn Bracelet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"Mlayer" 925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ETC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360° Rotating Phone Holder (컬러: 블랙)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ETC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360° Rotating Phone Holder (컬러: 화이트)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"Crackave" 925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548640" y="59893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 62건 더 있음 — 상세는 시트에서 확인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2026-06-02 08:00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참고사항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출처와 기준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06월 02일 (화)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600200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600200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916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200400" y="169164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Google Sheet '브랜드 재고현황'  ·  최신화 2026-06-02 08:00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2221992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2221992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231343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성격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200400" y="231343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전일 오후부터 오늘 오전 8시까지의 '실시간 결제완료' 누적값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2843784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2843784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2935224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기준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200400" y="2935224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'실시간 결제완료' 수량 내림차순  ·  판매 0인 제품은 베스트셀러에서 제외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3465576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465576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355701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기준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200400" y="3557016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긴급: ⚠ 리오더 알림 또는 재고=0  /  🟡 주의: 재고 ≤ 5 (99999=미관리)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4087368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4087368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417880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 범위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200400" y="4178808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 6A 100 SKU  /  ✅ Cleartype 59 SKU  /  ✅ Produktepr 201 SKU (판매 수집됨)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8640" y="4846320"/>
            <a:ext cx="11064240" cy="128016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" y="4846320"/>
            <a:ext cx="109728" cy="1280160"/>
          </a:xfrm>
          <a:prstGeom prst="rect">
            <a:avLst/>
          </a:prstGeom>
          <a:solidFill>
            <a:srgbClr val="F2A413"/>
          </a:solidFill>
          <a:ln w="12700">
            <a:solidFill>
              <a:srgbClr val="F2A41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7240" y="493776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데이터 추출 제약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77240" y="525780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 3개 브랜드 모두 정상 추출  ·  24h 출고 기준 (2026-06-01 08:00 → 2026-06-02 08:00) · 신규 SKU 15건은 결제완료 기준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2026-06-02 08:00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/ 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베스트 상품 리포트</dc:title>
  <dc:subject>PptxGenJS Presentation</dc:subject>
  <dc:creator>Cowork</dc:creator>
  <cp:lastModifiedBy>Cowork</cp:lastModifiedBy>
  <cp:revision>1</cp:revision>
  <dcterms:created xsi:type="dcterms:W3CDTF">2026-05-11T11:30:41Z</dcterms:created>
  <dcterms:modified xsi:type="dcterms:W3CDTF">2026-05-11T11:30:41Z</dcterms:modified>
</cp:coreProperties>
</file>