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17일 (일)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05.17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2026-05-17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652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2026-05-17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499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Geos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2026-05-17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17건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17건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2026-05-17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35,053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2,140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2,093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1,893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1,676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Compact Phone Stand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2026-05-17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59건    ·    주의 리오더 9건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Geos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"Bloometal"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Fuzzy Stripe Slippers (3color) (컬러: 그린 / 사이즈: 240~250(여성))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Cotton Lunch Mini Bag (5color) (색상: 레드)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오렌지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50건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2026-05-17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2026-05-17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(2026-05-16 08:00 → 2026-05-17 08:00) · 신규 SKU 12건은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2026-05-17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