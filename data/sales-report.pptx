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05.27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2026-05-27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1914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YOKNIS 9921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Vearl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Flowy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1658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22건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22건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30,872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2,062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71건    ·    주의 리오더 12건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Vearl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Flowy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DBLfix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Cotton Lunch Mini Bag (5color) (색상: 아이보리)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62건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27일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2026-05-27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85 SKU  /  ✅ Cleartype 59 SKU  /  ✅ Produktepr 198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(2026-05-26 08:00 → 2026-05-27 08:00) · 신규 SKU 18건은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2026-05-27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