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29일 (금)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05.29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2026-05-29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29일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376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"4s" 925 Open Ring (사이즈: 남성)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2026-05-29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29일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317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Cstic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 Rua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6건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Crimson Open Ring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1개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Flowy Open Ring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2개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Two-ball Bangle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2026-05-29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29일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ThreadDuo Necklace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"4s" 925 Open Ring (사이즈: 남성)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20건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20건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2026-05-29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29일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32,113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2,049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1,570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1,081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869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Metallic Hair Pin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옵션: 하트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24건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Flower Keychain (6color)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피치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Fuzzy Stripe Slippers (3color)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그린 / 사이즈: 240~250(여성)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레드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2026-05-29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29일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67건    ·    주의 리오더 12건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블루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"Giethoorn"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Crimson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Flowy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"Crackave"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블랙)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 Last Sale 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Cloud Grip Glass Mini Brush (3color) (컬러: 스카이블루)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화이트)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민트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58건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2026-05-29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29일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2026-05-29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88 SKU  /  ✅ Cleartype 59 SKU  /  ✅ Produktepr 200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(2026-05-28 08:00 → 2026-05-29 08:00) · 신규 SKU 16건은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2026-05-29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