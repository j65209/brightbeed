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  ·  실시간 누적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05.19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2026-05-19 12:14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333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OK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12:14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213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9건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RichardKokser Necklace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Azure Open Ring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1개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Marquise Necklace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2 Size)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12:14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(41.5~47cm))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18건 · 상세는 시트 확인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18건 ·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12:14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33,859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옐로우 / 기종 옵션: USB -&gt; Apple 8pin)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2,123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퍼플 / 기종 옵션: C type -&gt; C type)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1,865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네온핑크 / 기종 옵션: USB -&gt; C type)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1,743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오렌지 / 기종 옵션: USB -&gt; Apple 8pin)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1,654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피치 / 기종 옵션: C type -&gt; C type)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1,349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25건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12:14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65건    ·    주의 리오더 0건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"Giethoorn"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PP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블루 / 기종 옵션: C type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RichardKokser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PP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네온그린 / 기종 옵션: C type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Azure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PP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Padded Color Pouch (4color) (컬러: 오렌지)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PP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퍼플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PP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오렌지 / 기종 옵션: USB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21건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12:14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2026-05-19 08:00 KST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87 SKU  /  ✅ Cleartype 59 SKU  /  ✅ Produktepr 192 SKU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— 데이터 손실 없음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12:14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