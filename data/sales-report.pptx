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06.05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2026-06-05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2026-06-05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8건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Clapb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Ovar Bracelet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Crimson Open Ring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2026-06-05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16건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16건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2026-06-05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35,615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1,927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1,076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2026-06-05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63건    ·    주의 리오더 6건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Clapb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Ovar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DBLfix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12호)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54건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2026-06-05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05일 (금)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2026-06-05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97 SKU  /  ✅ Cleartype 60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(2026-06-04 08:00 → 2026-06-05 08:00) · 신규 SKU 13건은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2026-06-05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