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05.19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2026-05-19 14:59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333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OK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14:59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RichardKokser Necklace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Azure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Marquise Necklace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14:59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18건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18건 ·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14:59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33,859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1,654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1,349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Fast Charging Cable (8color)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블루 / 기종 옵션: C type -&gt; C type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Fast Charging Cable (8color)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네온그린 / 기종 옵션: C type -&gt; C type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Fast Charging Cable (8color)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오렌지 / 기종 옵션: USB -&gt; C type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Fast Charging Cable (8color)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오렌지 / 기종 옵션: C type -&gt; C type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14:59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65건    ·    주의 리오더 0건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블루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RichardKokser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Padded Color Pouch (4color) (컬러: 오렌지)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오렌지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56건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14:59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2026-05-19 (KST 오늘)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87 SKU  /  ✅ Cleartype 59 SKU  /  ✅ Produktepr 192 SKU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— 데이터 손실 없음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14:59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