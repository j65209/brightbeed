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  ·  실시간 누적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2026-05-12 09:56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212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09:56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182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Tangle Keychain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09:56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2size (47~52cm))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"Reine"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8건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8건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09:56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43,297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3,939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2,881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2,322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2,016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16건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퍼플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09:56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38건    ·    주의 리오더 5건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화이트)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Tangle Keychain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1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"Whisow"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"Socmall"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29건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09:56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2026-05-12 09:56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82 SKU  /  ✅ Cleartype 49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— 데이터 손실 없음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09:56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