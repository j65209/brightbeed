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31일 (일)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05.31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2026-05-31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31일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636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2026-05-31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31일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487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1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2026-05-31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31일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149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21건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21건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2026-05-31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31일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30,888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2,039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1,554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Metallic Hair Pin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옵션: 하트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24건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2026-05-31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31일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68건    ·    주의 리오더 10건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"Fenghuang"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민트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그레이 / 기종옵션: C-Apple 8pin / 길이: 1m)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블루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"ATOR"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"Crackave"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59건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2026-05-31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31일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2026-05-31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100 SKU  /  ✅ Cleartype 59 SKU  /  ✅ Produktepr 200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(2026-05-30 08:00 → 2026-05-31 08:00) · 신규 SKU 14건은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2026-05-31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