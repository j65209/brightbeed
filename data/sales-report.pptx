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1280160"/>
            <a:ext cx="2926080" cy="2926080"/>
          </a:xfrm>
          <a:prstGeom prst="ellipse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0" kern="0" dirty="0">
                <a:solidFill>
                  <a:srgbClr val="8BA1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DAILY BEST SELLERS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057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베스트 상품 리포트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6A  ·  Cleartype  ·  Produktepr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4617720"/>
            <a:ext cx="73152" cy="548640"/>
          </a:xfrm>
          <a:prstGeom prst="rect">
            <a:avLst/>
          </a:prstGeom>
          <a:solidFill>
            <a:srgbClr val="8BA1D9"/>
          </a:solidFill>
          <a:ln w="12700">
            <a:solidFill>
              <a:srgbClr val="8BA1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BA1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대상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05월 23일 (토)  ·  24h 출고 기준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351215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8BA1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51215" y="2240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05.23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8351215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토요일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1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2026-05-23 08:00  ·  Google Sheet 자동 동기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브랜드 통합 요약  ·  실시간 누적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899855" y="502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05월 23일 (토)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99855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누적 기준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840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63040"/>
            <a:ext cx="109728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판매 수량 (실시간 누적)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294 개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6A · Cleartype 합산 (Produktepr 판매 미반영)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26280" y="1463040"/>
            <a:ext cx="33832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463040"/>
            <a:ext cx="109728" cy="12801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🔴 긴급 리오더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27448" y="1828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726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 건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27448" y="2468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리오더 알림 / 재고 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1463040"/>
            <a:ext cx="33832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463040"/>
            <a:ext cx="109728" cy="1280160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47888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🟡 주의 리오더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47888" y="1828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41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건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247888" y="2468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≤ 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브랜드별 분석 범위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3657600" cy="640080"/>
          </a:xfrm>
          <a:prstGeom prst="rect">
            <a:avLst/>
          </a:prstGeom>
          <a:solidFill>
            <a:srgbClr val="F5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291840"/>
            <a:ext cx="914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3101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36118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 SKU  ·  판매 OK</a:t>
            </a:r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43400" y="3291840"/>
            <a:ext cx="3657600" cy="640080"/>
          </a:xfrm>
          <a:prstGeom prst="rect">
            <a:avLst/>
          </a:prstGeom>
          <a:solidFill>
            <a:srgbClr val="F5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3291840"/>
            <a:ext cx="9144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33101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Cleartype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26280" y="36118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 SKU  ·  판매 OK</a:t>
            </a:r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3291840"/>
            <a:ext cx="3657600" cy="640080"/>
          </a:xfrm>
          <a:prstGeom prst="rect">
            <a:avLst/>
          </a:prstGeom>
          <a:solidFill>
            <a:srgbClr val="F5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3291840"/>
            <a:ext cx="9144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33101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Produktepr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36118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 SKU  ·  판매 데이터 있음</a:t>
            </a:r>
            <a:pPr indent="0" marL="0">
              <a:buNone/>
            </a:pPr>
            <a:r>
              <a:rPr lang="en-US" sz="1100" b="1" dirty="0">
                <a:solidFill>
                  <a:srgbClr val="D726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베스트 상품 TOP 5  (판매 수량 기준)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1554480"/>
                <a:gridCol w="594360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브랜드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카테고리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판매 수량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A0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Ring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[SILVER925] CH.alban Open Ring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 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A0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Necklace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CandyPOP Necklace (사이즈: 1size (37~43cm))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 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A0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Necklace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CandyPOP Necklace (사이즈: 2size (47~52cm))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 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Ring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[SILVER925] Guyeong Open Ring v3.0 (silver)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 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Ring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[SILVER925] Mustafakemalpaşa Ring (사이즈: 12호)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 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Text 3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베스트 상품 리포트  ·  생성 2026-05-23 08:00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베스트셀러  ·  리오더 필요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899855" y="502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05월 23일 (토)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99855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누적 기준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08760"/>
            <a:ext cx="109728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27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수량 (실시간 누적)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215 개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389120" y="1508760"/>
            <a:ext cx="7223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508760"/>
            <a:ext cx="109728" cy="1280160"/>
          </a:xfrm>
          <a:prstGeom prst="rect">
            <a:avLst/>
          </a:prstGeom>
          <a:solidFill>
            <a:srgbClr val="C8A04E"/>
          </a:solidFill>
          <a:ln w="12700">
            <a:solidFill>
              <a:srgbClr val="C8A0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베스트 상품 TOP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[SILVER925] CH.alban Open Ring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2395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0" y="1691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C8A0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60120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판매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971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베스트셀러 (판매 수량 순)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65836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371600"/>
                <a:gridCol w="356616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카테고리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A0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Ring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[SILVER925] CH.alban Open Ring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C8A0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 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Ring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[SILVER925] Guyeong Open Ring v3.0 (silver)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 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Ring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[SILVER925] Mustafakemalpaşa Ring (사이즈: 12호)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 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Ring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[SILVER925] Kouro Open Ring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Ring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[SILVER925] Crown Open Ring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7406640" y="2971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리오더 필요  🔴 긴급 7건</a:t>
            </a:r>
            <a:pPr indent="0" marL="0">
              <a:buNone/>
            </a:pPr>
            <a:r>
              <a:rPr lang="en-US" sz="1300" b="1" dirty="0">
                <a:solidFill>
                  <a:srgbClr val="D726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406640" y="3383280"/>
            <a:ext cx="420624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06640" y="3383280"/>
            <a:ext cx="109728" cy="64008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71232" y="3474720"/>
            <a:ext cx="548640" cy="256032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71232" y="34747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211312" y="3438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B-Flower Necklace (Size: 2 Size)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211312" y="37124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Necklace  ·  재고 0개</a:t>
            </a:r>
            <a:pPr indent="0" marL="0">
              <a:buNone/>
            </a:pPr>
            <a:r>
              <a:rPr lang="en-US" sz="1000" b="1" dirty="0">
                <a:solidFill>
                  <a:srgbClr val="D726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406640" y="4096512"/>
            <a:ext cx="420624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06640" y="4096512"/>
            <a:ext cx="109728" cy="64008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571232" y="4187952"/>
            <a:ext cx="548640" cy="256032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71232" y="4187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211312" y="41513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Chainlink Necklace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211312" y="44256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Necklace  ·  재고 1개</a:t>
            </a:r>
            <a:pPr indent="0" marL="0">
              <a:buNone/>
            </a:pPr>
            <a:r>
              <a:rPr lang="en-US" sz="1000" b="1" dirty="0">
                <a:solidFill>
                  <a:srgbClr val="D726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406640" y="4809744"/>
            <a:ext cx="420624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06640" y="4809744"/>
            <a:ext cx="109728" cy="64008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571232" y="4901184"/>
            <a:ext cx="548640" cy="256032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71232" y="49011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211312" y="4864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8-Ball Smart Tok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211312" y="51389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★Season off★  ·  재고 4개</a:t>
            </a:r>
            <a:pPr indent="0" marL="0">
              <a:buNone/>
            </a:pPr>
            <a:r>
              <a:rPr lang="en-US" sz="1000" b="1" dirty="0">
                <a:solidFill>
                  <a:srgbClr val="D726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406640" y="5522976"/>
            <a:ext cx="420624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406640" y="5522976"/>
            <a:ext cx="109728" cy="64008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571232" y="5614416"/>
            <a:ext cx="548640" cy="256032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71232" y="56144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8211312" y="5577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Two-ball Bangle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211312" y="5852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Bracelet  ·  재고 0개</a:t>
            </a:r>
            <a:pPr indent="0" marL="0">
              <a:buNone/>
            </a:pPr>
            <a:r>
              <a:rPr lang="en-US" sz="1000" b="1" dirty="0">
                <a:solidFill>
                  <a:srgbClr val="D726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베스트 상품 리포트  ·  생성 2026-05-23 08:00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Cleartype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베스트셀러  ·  리오더 필요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899855" y="502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05월 23일 (토)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99855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누적 기준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08760"/>
            <a:ext cx="109728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27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수량 (실시간 누적)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 개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389120" y="1508760"/>
            <a:ext cx="7223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508760"/>
            <a:ext cx="109728" cy="1280160"/>
          </a:xfrm>
          <a:prstGeom prst="rect">
            <a:avLst/>
          </a:prstGeom>
          <a:solidFill>
            <a:srgbClr val="C8A04E"/>
          </a:solidFill>
          <a:ln w="12700">
            <a:solidFill>
              <a:srgbClr val="C8A0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베스트 상품 TOP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CandyPOP Necklace (사이즈: 1size (37~43cm))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2395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Necklace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0" y="1691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C8A0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60120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판매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971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베스트셀러 (판매 수량 순)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65836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371600"/>
                <a:gridCol w="356616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카테고리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A0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Necklace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CandyPOP Necklace (사이즈: 1size (37~43cm))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C8A0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 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Necklace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CandyPOP Necklace (사이즈: 2size (47~52cm))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 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Necklace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ThreadDuo Necklace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7406640" y="2971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리오더 필요  🔴 긴급 19건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406640" y="3383280"/>
            <a:ext cx="4206240" cy="2743200"/>
          </a:xfrm>
          <a:prstGeom prst="rect">
            <a:avLst/>
          </a:prstGeom>
          <a:solidFill>
            <a:srgbClr val="F5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06640" y="338328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🔴 긴급 19건  ·  상세는 시트 확인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베스트 상품 리포트  ·  생성 2026-05-23 08:00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Produktepr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현황  ·  판매 데이터 미수집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899855" y="502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05월 23일 (토)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99855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누적 기준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266319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08760"/>
            <a:ext cx="109728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27632"/>
            <a:ext cx="2388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SKU 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938528"/>
            <a:ext cx="23888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348990" y="1508760"/>
            <a:ext cx="266319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48990" y="1508760"/>
            <a:ext cx="109728" cy="12801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1870" y="1627632"/>
            <a:ext cx="2388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🔴 품절 SKU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31870" y="1938528"/>
            <a:ext cx="23888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26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149340" y="1508760"/>
            <a:ext cx="266319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49340" y="1508760"/>
            <a:ext cx="109728" cy="1280160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2220" y="1627632"/>
            <a:ext cx="2388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🟡 저재고 SKU (≤10)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2220" y="1938528"/>
            <a:ext cx="23888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41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949690" y="1508760"/>
            <a:ext cx="266319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49690" y="1508760"/>
            <a:ext cx="109728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32570" y="1627632"/>
            <a:ext cx="2388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재고 합계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32570" y="1938528"/>
            <a:ext cx="23888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31,412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48640" y="2971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보유 TOP 5  (베스트 후보 시그널)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65836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560320"/>
                <a:gridCol w="237744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옵션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180° Fast Charging Cable (8color)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컬러: 옐로우 / 기종 옵션: USB -&gt; Apple 8pin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2,093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180° Fast Charging Cable (8color)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컬러: 오렌지 / 기종 옵션: USB -&gt; Apple 8pin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1,620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180° Fast Charging Cable (8color)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컬러: 네온핑크 / 기종 옵션: USB -&gt; C type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1,436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180° Fast Charging Cable (8color)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컬러: 퍼플 / 기종 옵션: C type -&gt; C type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1,324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180° Fast Charging Cable (8color)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컬러: 피치 / 기종 옵션: C type -&gt; C type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928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7406640" y="2971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점검  🔴 품절 28건</a:t>
            </a:r>
            <a:pPr indent="0" marL="0">
              <a:buNone/>
            </a:pPr>
            <a:r>
              <a:rPr lang="en-US" sz="1300" b="1" dirty="0">
                <a:solidFill>
                  <a:srgbClr val="D726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7406640" y="3383280"/>
            <a:ext cx="420624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406640" y="3383280"/>
            <a:ext cx="109728" cy="64008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571232" y="3474720"/>
            <a:ext cx="548640" cy="256032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71232" y="34747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211312" y="3438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Cotton Lunch Mini Bag (5color)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211312" y="37124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색상: 레드  ·  재고 0개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pPr indent="0" marL="0">
              <a:buNone/>
            </a:pPr>
            <a:r>
              <a:rPr lang="en-US" sz="1000" b="1" dirty="0">
                <a:solidFill>
                  <a:srgbClr val="D726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406640" y="4096512"/>
            <a:ext cx="420624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06640" y="4096512"/>
            <a:ext cx="109728" cy="64008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571232" y="4187952"/>
            <a:ext cx="548640" cy="256032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571232" y="4187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8211312" y="41513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Cotton Lunch Mini Bag (5color)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8211312" y="44256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색상: 블랙  ·  재고 0개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pPr indent="0" marL="0">
              <a:buNone/>
            </a:pPr>
            <a:r>
              <a:rPr lang="en-US" sz="1000" b="1" dirty="0">
                <a:solidFill>
                  <a:srgbClr val="D726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406640" y="4809744"/>
            <a:ext cx="420624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406640" y="4809744"/>
            <a:ext cx="109728" cy="64008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571232" y="4901184"/>
            <a:ext cx="548640" cy="256032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71232" y="49011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8211312" y="4864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Food Bottle Opener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8211312" y="51389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종류: 당근  ·  재고 0개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pPr indent="0" marL="0">
              <a:buNone/>
            </a:pPr>
            <a:r>
              <a:rPr lang="en-US" sz="1000" b="1" dirty="0">
                <a:solidFill>
                  <a:srgbClr val="D726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7406640" y="5522976"/>
            <a:ext cx="420624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406640" y="5522976"/>
            <a:ext cx="109728" cy="64008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571232" y="5614416"/>
            <a:ext cx="548640" cy="256032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571232" y="56144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8211312" y="5577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Food Bottle Opener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8211312" y="5852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종류: 치즈  ·  재고 0개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pPr indent="0" marL="0">
              <a:buNone/>
            </a:pPr>
            <a:r>
              <a:rPr lang="en-US" sz="1000" b="1" dirty="0">
                <a:solidFill>
                  <a:srgbClr val="D726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베스트 상품 리포트  ·  생성 2026-05-23 08:00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029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리오더 시급 제품 종합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브랜드  ·  시급도 순  ·  즉시 발주 검토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899855" y="502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05월 23일 (토)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99855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누적 기준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71600"/>
            <a:ext cx="109728" cy="64008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716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🚨  긴급 리오더 67건    ·    주의 리오더 9건    ·    오늘 발주 검토 필수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pPr indent="0" marL="0">
              <a:buNone/>
            </a:pPr>
            <a:r>
              <a:rPr lang="en-US" sz="1800" b="1" dirty="0">
                <a:solidFill>
                  <a:srgbClr val="D726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pPr indent="0" marL="0">
              <a:buNone/>
            </a:pPr>
            <a:r>
              <a:rPr lang="en-US" sz="1800" b="1" dirty="0">
                <a:solidFill>
                  <a:srgbClr val="F2A41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pPr indent="0" marL="0">
              <a:buNone/>
            </a:pPr>
            <a:r>
              <a:rPr lang="en-US" sz="1200" b="1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1645920"/>
                <a:gridCol w="5212080"/>
                <a:gridCol w="9144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브랜드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카테고리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판매(누적)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긴급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ETC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Cotton Lunch Mini Bag (5color) (색상: 레드)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726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긴급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Ring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"Linkrace" 925 Open Ring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726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긴급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Necklace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B-Flower Necklace (Size: 2 Size)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726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긴급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ELECTRONIC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Jacquard Fast Charging Cable (7color) (컬러: 블루 / 기종옵션: C-Apple 8pin / 길이: 2m)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726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긴급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Necklace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Chainlink Necklace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726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긴급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Ring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"Crackave" 925 Open Ring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726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긴급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ELECTRONIC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Jacquard Fast Charging Cable (7color) (컬러: 퍼플 / 기종옵션: C-Apple 8pin / 길이: 2m)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726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긴급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★Season off★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8-Ball Smart Tok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726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긴급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Bracelet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Two-ball Bangle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726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 58건 더 있음 — 상세는 시트에서 확인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베스트 상품 리포트  ·  생성 2026-05-23 08:00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참고사항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출처와 기준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899855" y="502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05월 23일 (토)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99855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누적 기준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109728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16916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Sheet '브랜드 재고현황'  ·  최신화 2026-05-23 08:00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221992"/>
            <a:ext cx="11064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221992"/>
            <a:ext cx="109728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134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성격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31343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전일 오후부터 오늘 오전 8시까지의 '실시간 결제완료' 누적값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43784"/>
            <a:ext cx="11064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843784"/>
            <a:ext cx="109728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9352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베스트 기준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93522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'실시간 결제완료' 수량 내림차순  ·  판매 0인 제품은 베스트셀러에서 제외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65576"/>
            <a:ext cx="11064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465576"/>
            <a:ext cx="109728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570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리오더 기준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355701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🔴 긴급: ⚠ 리오더 알림 또는 재고=0  /  🟡 주의: 재고 ≤ 5 (99999=미관리)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87368"/>
            <a:ext cx="11064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087368"/>
            <a:ext cx="109728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178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범위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41788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6A 86 SKU  /  ✅ Cleartype 59 SKU  /  ✅ Produktepr 192 SKU (판매 수집됨)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solidFill>
            <a:srgbClr val="FFF5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846320"/>
            <a:ext cx="109728" cy="1280160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9377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데이터 추출 제약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" y="52578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3개 브랜드 모두 정상 추출  ·  24h 출고 기준 (2026-05-22 08:00 → 2026-05-23 08:00) · 신규 SKU 14건은 결제완료 기준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베스트 상품 리포트  ·  생성 2026-05-23 08:00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베스트 상품 리포트</dc:title>
  <dc:subject>PptxGenJS Presentation</dc:subject>
  <dc:creator>Cowork</dc:creator>
  <cp:lastModifiedBy>Cowork</cp:lastModifiedBy>
  <cp:revision>1</cp:revision>
  <dcterms:created xsi:type="dcterms:W3CDTF">2026-05-11T11:30:41Z</dcterms:created>
  <dcterms:modified xsi:type="dcterms:W3CDTF">2026-05-11T11:30:41Z</dcterms:modified>
</cp:coreProperties>
</file>