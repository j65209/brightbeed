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04일 (목)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06.04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2026-06-04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351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2026-06-04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Width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1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2026-06-04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16건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16건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2026-06-04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35,672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3,226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1,021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360° Rotating Phone Holder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2026-06-04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63건    ·    주의 리오더 6건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그레이 / 기종옵션: C-Apple 8pin / 길이: 1m)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Width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"Qrone"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Pixel Mini Handle Pouch (4color) (컬러: 민트)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54건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2026-06-04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2026-06-04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99 SKU  /  ✅ Cleartype 60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(2026-06-03 08:00 → 2026-06-04 08:00) · 신규 SKU 14건은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2026-06-04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