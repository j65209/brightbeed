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20일 (수)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05.20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2026-05-20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20일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341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"4s" 925 Open Ring (사이즈: 남성)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2026-05-20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20일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211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9건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Chainlink Necklace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2개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2026-05-20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20일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2size (47~52cm))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"4s" 925 Open Ring (사이즈: 남성)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18건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18건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2026-05-20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20일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33,251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1,727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1,674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1,647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1,267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26건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2026-05-20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20일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66건    ·    주의 리오더 10건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블루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Chainlink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Tangle Keychain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"Giethoorn"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Fuzzy Stripe Slippers (3color) (컬러: 그린 / 사이즈: 240~250(여성))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Two-ball Bangle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★Best★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57건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2026-05-20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20일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2026-05-20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86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(2026-05-19 08:00 → 2026-05-20 08:00) · 신규 SKU 13건은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2026-05-20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