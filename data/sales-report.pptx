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30일 (토)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05.30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2026-05-30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30일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383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2026-05-30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30일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304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1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2026-05-30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30일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20건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20건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2026-05-30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30일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31,518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1,565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1,047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849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Metallic Hair Pin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옵션: 하트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24건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2026-05-30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30일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66건    ·    주의 리오더 10건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"Ribbonwist"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"Mlayer"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"Crackave"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"Bloometal"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블루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57건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2026-05-30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30일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2026-05-30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100 SKU  /  ✅ Cleartype 59 SKU  /  ✅ Produktepr 200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(2026-05-29 08:00 → 2026-05-30 08:00) · 신규 SKU 27건은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2026-05-30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